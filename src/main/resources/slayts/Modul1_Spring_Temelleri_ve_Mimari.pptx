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1A2E3F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291840"/>
            <a:ext cx="2743200" cy="2743200"/>
          </a:xfrm>
          <a:prstGeom prst="ellipse">
            <a:avLst/>
          </a:prstGeom>
          <a:solidFill>
            <a:srgbClr val="1E2D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Temelleri ve Mimari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Framework'ten Boot'a: IoC, Dependency Injection, Auto-Configuration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408176" cy="365760"/>
          </a:xfrm>
          <a:prstGeom prst="roundRect">
            <a:avLst>
              <a:gd name="adj" fmla="val 50000"/>
            </a:avLst>
          </a:prstGeom>
          <a:solidFill>
            <a:srgbClr val="1A2E3F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947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vs Boot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21408" y="3794760"/>
            <a:ext cx="749808" cy="365760"/>
          </a:xfrm>
          <a:prstGeom prst="roundRect">
            <a:avLst>
              <a:gd name="adj" fmla="val 50000"/>
            </a:avLst>
          </a:prstGeom>
          <a:solidFill>
            <a:srgbClr val="1A2E3F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379476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35808" y="37947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A2E3F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Tipleri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26280" y="379476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1A2E3F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3794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&amp; DI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Neominal Akademi  •  Kurumsal Uygulama Geliştirme Eğitimi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İÇINDEKILER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Modülde Neler Var?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8138160" cy="694944"/>
          </a:xfrm>
          <a:prstGeom prst="roundRect">
            <a:avLst>
              <a:gd name="adj" fmla="val 10526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7335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527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80160" y="15819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vs Spring Boot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1892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teknolojinin felsefe ve mimari farkları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350008"/>
            <a:ext cx="8138160" cy="694944"/>
          </a:xfrm>
          <a:prstGeom prst="roundRect">
            <a:avLst>
              <a:gd name="adj" fmla="val 10526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1460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" y="23682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280160" y="2423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Mimarisi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80160" y="27340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@SpringBootApplication, yaşam döngüsü, profiller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191256"/>
            <a:ext cx="8138160" cy="694944"/>
          </a:xfrm>
          <a:prstGeom prst="roundRect">
            <a:avLst>
              <a:gd name="adj" fmla="val 10526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35584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" y="3209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280160" y="32644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Tür Projeler Yazılır?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280160" y="35753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Monolit, REST API, mikroservis, batch, reaktif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4032504"/>
            <a:ext cx="8138160" cy="694944"/>
          </a:xfrm>
          <a:prstGeom prst="roundRect">
            <a:avLst>
              <a:gd name="adj" fmla="val 10526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19709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" y="40507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280160" y="41056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IoC &amp; Dependency Injection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280160" y="44165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Container, bean yaşam döngüsü, DI türleri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Spring Temelleri ve Mimari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SPRING VS SPRING BOOT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Neyi Çözdü?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 · IoC ve Dependency Injection ile kurumsal Java geliştirmede devrim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Sıkı Bağımlılık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017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ile oluşturma yerine container üzerinden enjeksiyon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7830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0116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Kod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611880" y="3017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 ile transaction / loglama merkezi noktadan yönetilir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63640" y="17830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116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9224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Edilebilirlik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92240" y="3017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Bağımlılıklar kolayca mock'lanabilir hale gelir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Spring Temelleri ve Mimari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SPRING VS SPRING BOOT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Boot'un Felsefesi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794760" cy="3200400"/>
          </a:xfrm>
          <a:prstGeom prst="roundRect">
            <a:avLst>
              <a:gd name="adj" fmla="val 2286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27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over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Geliştirici aksini belirtmediği sürece, framework makul varsayılan değerlerle çalışır.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724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· Pivotal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26280" y="13716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480060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006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Classpath'e göre bean'leri otomatik oluşturur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26280" y="21488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480060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Dependency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80060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bağımlılık, tüm alt kütüphaneleri getirir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26280" y="29260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Server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80060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Tomcat/Jetty gömülü — ayrı kurulum gerekmez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26280" y="37033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480060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80060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ile health-check ve metrikler hazır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Spring Temelleri ve Mimari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SPRING VS SPRING BOOT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310896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30175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1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1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1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Konfigürasyon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BAA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/ manuel @Configuration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BAA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Auto-Configuration, override edilebilir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Sunucu Kurulumu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BAA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Harici WAR deploy gerekir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BAA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server, java -jar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D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Bağımlılık Yönetimi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BAA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tek, manuel versiyon takibi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BAA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 POM ile toplu ve uyumlu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Öğrenme Eğrisi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BAA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Daha dik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BAA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Daha düşük, hızlı prototipleme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D4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Spring Temelleri ve Mimari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SPRING BOOT MIMARISI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@SpringBootApplication Anatomisi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anotasyonun birleşimidir: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92808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97680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tanımları içeren konfigürasyon kaynağı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807208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@EnableAutoConfiguration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97680" y="2697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Classpath'e göre otomatik bean konfigürasyonunu tetikler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@ComponentScan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297680" y="36118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 / @Service / @Repository / @Controller sınıflarını tarar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Spring Temelleri ve Mimari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SPRING BOOT MIMARISI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Başlatma Yaşam Döngüsü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SpringApplication.run() çağrıldığında sırasıyla: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257300" cy="1417320"/>
          </a:xfrm>
          <a:prstGeom prst="roundRect">
            <a:avLst>
              <a:gd name="adj" fmla="val 5818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10744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Oluşturma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05356" y="3063240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97380" y="1874520"/>
            <a:ext cx="1257300" cy="1417320"/>
          </a:xfrm>
          <a:prstGeom prst="roundRect">
            <a:avLst>
              <a:gd name="adj" fmla="val 5818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8882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88820" y="2377440"/>
            <a:ext cx="10744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Hazırlama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99816" y="3063240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1257300" cy="1417320"/>
          </a:xfrm>
          <a:prstGeom prst="roundRect">
            <a:avLst>
              <a:gd name="adj" fmla="val 5818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377440"/>
            <a:ext cx="10744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Auto-Configuration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Çalıştırma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94276" y="3063240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86300" y="1874520"/>
            <a:ext cx="1257300" cy="1417320"/>
          </a:xfrm>
          <a:prstGeom prst="roundRect">
            <a:avLst>
              <a:gd name="adj" fmla="val 5818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7774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77740" y="2377440"/>
            <a:ext cx="10744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Bean'lerin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Oluşturulması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88736" y="3063240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80760" y="1874520"/>
            <a:ext cx="1257300" cy="1417320"/>
          </a:xfrm>
          <a:prstGeom prst="roundRect">
            <a:avLst>
              <a:gd name="adj" fmla="val 5818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2200" y="2377440"/>
            <a:ext cx="10744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Server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Başlatma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83196" y="3063240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75220" y="1874520"/>
            <a:ext cx="1257300" cy="1417320"/>
          </a:xfrm>
          <a:prstGeom prst="roundRect">
            <a:avLst>
              <a:gd name="adj" fmla="val 5818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6666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66660" y="2377440"/>
            <a:ext cx="10744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CommandLineRunner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Çalıştırma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365760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840480"/>
            <a:ext cx="365760" cy="3657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34440" y="37947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ortamlar için (dev/test/prod) application-{profil}.yml dosyaları ve spring.profiles.active ile Profil Yönetimi kullanılır.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Spring Temelleri ve Mimari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NE TÜR PROJELER YAZILIR?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Proje Tipleri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819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0391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Monolitik Web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24048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spring-boot-starter-web, thymeleaf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819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20391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Backend API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474720" y="24048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spring-boot-starter-web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08076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8191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20391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263640" y="24048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spring-cloud-starter-*, Eureka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8211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" y="36393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Zamanlanmış İş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85800" y="40050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spring-boot-starter-batch, @Scheduled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29184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18211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74720" y="36393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Mesajlaşma Tabanlı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3474720" y="40050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spring-kafka, spring-boot-starter-amqp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08076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182112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63640" y="36393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Reaktif Uygulama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6263640" y="40050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spring-boot-starter-webflux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Spring Temelleri ve Mimari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SPRING IOC &amp; DEPENDENCY INJECTION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Container Kavramı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of Control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Nesnelerin yaşam döngüsü ve bağımlılık yönetimi, geliştiriciden alınıp container'a devredilir.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429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BeanFactory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container, lazy-loading yapar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Event, i18n, eager loading — modern Boot standardı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0916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Yaşam Döngüsü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178308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82312" y="1874520"/>
            <a:ext cx="1088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53328" y="178308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0" y="1874520"/>
            <a:ext cx="1088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397496" y="178308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70648" y="1874520"/>
            <a:ext cx="1088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09160" y="2670048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82312" y="2761488"/>
            <a:ext cx="1088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@PostConstruct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053328" y="2670048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26480" y="2761488"/>
            <a:ext cx="1088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397496" y="2670048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470648" y="2761488"/>
            <a:ext cx="1088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@PreDestroy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Spring Temelleri ve Mimari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SPRING IOC &amp; DEPENDENCY INJECTION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Türleri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64208"/>
            <a:ext cx="2295144" cy="292608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64208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Önerilen yöntem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04088" y="208483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Injection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633472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Bağımlılıklar constructor ile alınır, final alan → immutability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84448" y="1664208"/>
            <a:ext cx="2295144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664208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Opsiyonel bağımlılıklar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84448" y="208483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Injection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84448" y="2633472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Bağımlılık setter metodu ile sonradan atanır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4630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64808" y="1664208"/>
            <a:ext cx="2295144" cy="292608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6464808" y="1664208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edilebilirlik zayıflar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64808" y="208483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Injection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64808" y="2633472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 doğrudan alan üzerine yazılır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Spring Temelleri ve Mimari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A2E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ÖZET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Çıkarımlar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554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Boot, Spring Framework'ün yerine geçmez — üzerine inşa edilmiş bir dağıtım modelidir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5856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2128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Auto-Configuration ve Starter'lar konfigürasyon yükünü ortadan kaldırır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16936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8712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Container, bağımlılık yönetimini geliştiriciden alıp merkezi hale getirir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75304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35295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Injection, kurumsal projelerde standart ve önerilen yaklaşımdır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54864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Sıradaki: Modül 2 — Uygulama Katmanı ve Veri Erişimi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Mastery - Modül 1</dc:title>
  <dc:subject>PptxGenJS Presentation</dc:subject>
  <dc:creator>Neominal Akademi</dc:creator>
  <cp:lastModifiedBy>Neominal Akademi</cp:lastModifiedBy>
  <cp:revision>1</cp:revision>
  <dcterms:created xsi:type="dcterms:W3CDTF">2026-07-03T10:46:02Z</dcterms:created>
  <dcterms:modified xsi:type="dcterms:W3CDTF">2026-07-03T10:46:02Z</dcterms:modified>
</cp:coreProperties>
</file>